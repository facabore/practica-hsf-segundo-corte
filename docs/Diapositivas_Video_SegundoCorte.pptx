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be5a78c-e9bc-f48f-6fb7-25e3ce4d3597}">
          <p14:sldIdLst>
            <p14:sldId id="256"/>
          </p14:sldIdLst>
        </p14:section>
        <p14:section name="Arquitectura" id="{ad1def62-c6ff-3d16-7ba5-511b349dd1f9}">
          <p14:sldIdLst>
            <p14:sldId id="257"/>
            <p14:sldId id="258"/>
          </p14:sldIdLst>
        </p14:section>
        <p14:section name="Implementación" id="{2fecbcd6-0c9d-ae9f-2b04-290828d20bc9}">
          <p14:sldIdLst>
            <p14:sldId id="259"/>
            <p14:sldId id="260"/>
            <p14:sldId id="261"/>
            <p14:sldId id="262"/>
            <p14:sldId id="263"/>
          </p14:sldIdLst>
        </p14:section>
        <p14:section name="Validación" id="{3c86d1a1-eb0e-7722-3cca-fc9b4ee396f5}">
          <p14:sldIdLst>
            <p14:sldId id="264"/>
            <p14:sldId id="265"/>
            <p14:sldId id="266"/>
          </p14:sldIdLst>
        </p14:section>
        <p14:section name="Preguntas" id="{da8326fc-a82e-2c7f-147a-c18ecbef9b22}">
          <p14:sldIdLst>
            <p14:sldId id="267"/>
            <p14:sldId id="268"/>
          </p14:sldIdLst>
        </p14:section>
        <p14:section name="Cierre" id="{009c9a7b-7deb-5cc5-6620-b5e571eca4c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 Además, el sistema quedó publicado en la nube, con HTTPS, en integration-corte2.duckdns.org: cualquiera puede verlo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87 en verde; luego docs/Matriz_Pruebas.md]
El proyecto tiene ochenta y cinco pruebas automáticas con pytest, escritas con test primero, implementación después — es decir, TDD real. Las voy a correr ahora mismo [ejecutar pytest tests/ -v en pantalla]. Como se ve, las ochenta y cinco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logs/sistema.log y el fallo 6 de docs/Fallos_Controlados.md]
Ahora lo más importante: qué pasa cuando algo falla. Desde este panel provoco fallos reales. Fuerzo una anomalía y aparece el punto rojo. Mando un dato corrupto y un valor fuera de rango: suben los contadores, y el sistema sigue leyendo. Ahora apago solo la bomba: ese equipo pasa a reconectando y su línea se corta, pero el compresor y el motor siguen enviando datos sin enterarse. La vuelvo a encender,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87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87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87</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87 de 87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y documento técnico: github.com/Facabore/practica-hsf-segundo-corte</a:t>
            </a:r>
            <a:endParaRPr lang="en-US" sz="1400" dirty="0"/>
          </a:p>
          <a:p>
            <a:pPr indent="0" marL="0">
              <a:buNone/>
            </a:pPr>
            <a:r>
              <a:rPr lang="en-US" sz="1400" b="1" dirty="0">
                <a:solidFill>
                  <a:schemeClr val="tx1"/>
                </a:solidFill>
              </a:rPr>
              <a:t>Demo en vivo en la nube: https://integration-corte2.duckdns.org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2026-10-14T06:12:54Z</dcterms:created>
  <dcterms:modified xsi:type="dcterms:W3CDTF">2026-10-14T06:12:54Z</dcterms:modified>
</cp:coreProperties>
</file>